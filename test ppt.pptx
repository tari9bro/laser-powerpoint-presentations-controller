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73C3-9B64-DEEE-99B6-89330ED6B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B3F37-1CDF-7D22-2C70-A161CDCBF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08E2A-FE5D-EC00-55B9-EE6BA4CFA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D06F-3923-4E33-88DE-CEF967E948B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358F8-674F-B5F6-7653-DC05AAD2F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C80A4-975A-9E1B-3CA9-60800C54B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D86-4F4C-454F-931B-970C7536A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4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DF7B-6BA0-CE60-2AD1-1760DE40F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715DC-D808-4E52-54FB-7639BE211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62D7E-C1F6-B40F-34A2-D3B292023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D06F-3923-4E33-88DE-CEF967E948B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FB24C-2445-34D6-1588-E6BDC01E9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216CF-517D-0542-B170-F2F4368A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D86-4F4C-454F-931B-970C7536A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9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6C4E-4F06-2E3F-60C4-3C0F40BF9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F667A-79C3-2585-FBCD-402C04CFA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CEB93-2AD3-DE0B-0C29-5CA26D641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D06F-3923-4E33-88DE-CEF967E948B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5C4FF-860B-5258-BD82-1AFC982C9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EDB70-7D70-6EA4-508E-248C2C76E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D86-4F4C-454F-931B-970C7536A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694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2E61C-3454-5C56-3F18-4B65F8431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3C90B-0A6A-A545-E454-3996B5053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8AD63-16C5-F80B-2F5B-D03F0ABE6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C926C-D345-3200-A223-DCE6F727F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D06F-3923-4E33-88DE-CEF967E948B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91353-8845-0E53-E867-514A284D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E019A-E333-07F5-7953-3D2F00B2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D86-4F4C-454F-931B-970C7536A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83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D68B3-BF1D-DC39-078A-5431AEDB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1078D-6C48-BE83-89D5-6C50A2D06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11DC9-6EB6-F59F-A372-0AB5A67D5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F14549-A932-CCC1-E38E-681C1D9CF9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71A874-452D-3D1A-768E-555A41A187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CD8FD6-9436-F313-B3FC-304B43854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D06F-3923-4E33-88DE-CEF967E948B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5CF754-AE60-D841-8640-7EE73F469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848598-FF85-6C47-D164-87F475598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D86-4F4C-454F-931B-970C7536A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6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D6337-6EC0-3DE4-EFE3-96BA288FF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9904C9-A103-2963-2687-FB4E1869D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D06F-3923-4E33-88DE-CEF967E948B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F21CF5-BA33-328A-D93D-0E84A4995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15D6B-00E4-EA39-4EA4-DD2342CB7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D86-4F4C-454F-931B-970C7536A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30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6B0D83-EE58-C252-3174-CECB12813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D06F-3923-4E33-88DE-CEF967E948B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FEEF8F-970D-6FAB-8AF5-AA5345AB9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0EFC7-D534-F4AC-14C6-74106BE41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D86-4F4C-454F-931B-970C7536A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2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6439D-7BFF-D680-7C34-FD9D9D54F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79AB1-159C-EBFA-1DA8-DE2952F45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62DF0-A0A7-7C6B-C19D-840434F0A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161D3A-3A31-4B0D-086D-257B7BDB6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D06F-3923-4E33-88DE-CEF967E948B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588C6-096B-2E1B-E263-13B3BAD0E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1C748-1E65-7025-F2A3-E03AD5BE0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D86-4F4C-454F-931B-970C7536A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114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376B3-4732-2DA2-ABA4-512906AAA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8E4EE8-8E58-3A5E-B06F-455FC2F597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18FB1-B265-3E8C-1632-CD747DFED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1FB62-DE8F-83F7-670A-C4963A4C1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D06F-3923-4E33-88DE-CEF967E948B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0447C8-04C6-5380-21CB-4B37D7444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935A5-AFF6-4B0D-5D77-F4E5D6A37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D86-4F4C-454F-931B-970C7536A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42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47F6-13C1-08C2-9BD1-B5BD339D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D5605-3373-48BE-1D6E-7CAF34350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77521-48C6-9C7A-5597-837A9468F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D06F-3923-4E33-88DE-CEF967E948B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6B392-7B4B-1F47-D6C5-235478EBC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BD7C7-4EDC-6605-2B80-2CA075CC1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D86-4F4C-454F-931B-970C7536A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397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3A6E2D-C60B-2CD9-4D47-4C3D4849C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810AA7-9496-BD27-4125-3084775DE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926B8-46B8-C37B-923D-8850EAE7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D06F-3923-4E33-88DE-CEF967E948B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1172F-CA61-089C-8B6C-BCB5364FE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6C379-E209-A52E-ECCF-11AE6CC13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1D86-4F4C-454F-931B-970C7536A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2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D2184-7429-590F-3052-C604EBFDF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2F0B8-7FE1-AFC8-E73F-16C6D95B1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D04DE-2F16-FE38-5EC3-71666A4CB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81D06F-3923-4E33-88DE-CEF967E948B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2A277-ED7C-CD99-3B07-E99701DD2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EFBFD-BF7D-79F9-077B-5ACCBACBB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061D86-4F4C-454F-931B-970C7536A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39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452F5-2520-D7F7-C885-0489BCE25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826"/>
            <a:ext cx="9144000" cy="5953327"/>
          </a:xfrm>
        </p:spPr>
        <p:txBody>
          <a:bodyPr>
            <a:noAutofit/>
          </a:bodyPr>
          <a:lstStyle/>
          <a:p>
            <a:r>
              <a:rPr lang="en-US" sz="50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09372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F2709-B593-7A06-260B-C88DB2B64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B1274-DEB6-0FE0-23A0-89625A7ED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826"/>
            <a:ext cx="9144000" cy="5953327"/>
          </a:xfrm>
        </p:spPr>
        <p:txBody>
          <a:bodyPr>
            <a:noAutofit/>
          </a:bodyPr>
          <a:lstStyle/>
          <a:p>
            <a:r>
              <a:rPr lang="en-US" sz="5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0370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CF475-996D-BCDB-9B41-DDFE6F60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B4C05-1F46-CA40-C765-C43C4510B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826"/>
            <a:ext cx="9144000" cy="5953327"/>
          </a:xfrm>
        </p:spPr>
        <p:txBody>
          <a:bodyPr>
            <a:noAutofit/>
          </a:bodyPr>
          <a:lstStyle/>
          <a:p>
            <a:r>
              <a:rPr lang="en-US" sz="50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17438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27CA2-62F4-2550-F2BE-741053FB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C3B48-1728-42A8-50C2-AFEB914DC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826"/>
            <a:ext cx="9144000" cy="5953327"/>
          </a:xfrm>
        </p:spPr>
        <p:txBody>
          <a:bodyPr>
            <a:noAutofit/>
          </a:bodyPr>
          <a:lstStyle/>
          <a:p>
            <a:r>
              <a:rPr lang="en-US" sz="50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18376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1</vt:lpstr>
      <vt:lpstr>2</vt:lpstr>
      <vt:lpstr>3</vt:lpstr>
      <vt:lpstr>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barat xabo</dc:creator>
  <cp:lastModifiedBy>barat xabo</cp:lastModifiedBy>
  <cp:revision>1</cp:revision>
  <dcterms:created xsi:type="dcterms:W3CDTF">2026-06-07T16:35:38Z</dcterms:created>
  <dcterms:modified xsi:type="dcterms:W3CDTF">2026-06-07T17:04:57Z</dcterms:modified>
</cp:coreProperties>
</file>